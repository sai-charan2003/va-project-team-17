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Slide 1 — MVP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6217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t>Primary task: pinpoint neighborhoods with highest active smoking.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Interactive filters: state, county, year, rank metric.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Top‑N ranked tracts + heat map + bar chart for placement decisions.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0" y="1463040"/>
            <a:ext cx="5029200" cy="4114800"/>
          </a:xfrm>
          <a:prstGeom prst="rect">
            <a:avLst/>
          </a:prstGeom>
          <a:solidFill>
            <a:srgbClr val="1E1E26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E6E6E6"/>
                </a:solidFill>
              </a:defRPr>
            </a:pPr>
            <a:r>
              <a:t>Insert Screenshot:</a:t>
            </a:r>
          </a:p>
          <a:p>
            <a:r>
              <a:t>Tab 1 — Neighborhood Deep Dive</a:t>
            </a:r>
          </a:p>
          <a:p>
            <a:r>
              <a:t>(table + heat map + bar chart)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Slide 2 — Visual Grammar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6217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t>Bar charts (length) give the most accurate ranking comparisons.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Choropleth maps (color intensity) reveal geographic clusters fast.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Heat maps show dense hotspots for targeted placement.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0" y="1463040"/>
            <a:ext cx="5029200" cy="4114800"/>
          </a:xfrm>
          <a:prstGeom prst="rect">
            <a:avLst/>
          </a:prstGeom>
          <a:solidFill>
            <a:srgbClr val="1E1E26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E6E6E6"/>
                </a:solidFill>
              </a:defRPr>
            </a:pPr>
            <a:r>
              <a:t>Insert Screenshot:</a:t>
            </a:r>
          </a:p>
          <a:p>
            <a:r>
              <a:t>Tab 2 — County Targeting</a:t>
            </a:r>
          </a:p>
          <a:p>
            <a:r>
              <a:t>(map + Top‑N bar chart)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Slide 3 — Phase 2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6217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t>Expansion: focus on areas where smoking and COPD co‑occur.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Overlap heat map highlights co‑occurrence hotspots.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Risk‑Adjusted Reach ranks placements by impact potential.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0" y="1463040"/>
            <a:ext cx="5029200" cy="4114800"/>
          </a:xfrm>
          <a:prstGeom prst="rect">
            <a:avLst/>
          </a:prstGeom>
          <a:solidFill>
            <a:srgbClr val="1E1E26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E6E6E6"/>
                </a:solidFill>
              </a:defRPr>
            </a:pPr>
            <a:r>
              <a:t>Insert Screenshot:</a:t>
            </a:r>
          </a:p>
          <a:p>
            <a:r>
              <a:t>Tab 4 — Phase 2 Health ROI</a:t>
            </a:r>
          </a:p>
          <a:p>
            <a:r>
              <a:t>(overlap heat map + risk table/bar)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Slide 4 — AI Integration (Defined)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6217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t>User enters the campaign budget.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AI allocates funds to counties/tracts using ranking metrics.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Output: recommended placements + expected smokers reached.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Purpose: manage limited funds and maximize public‑health impact.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Slide 5 — Sprint to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6217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t>Build the AI budget‑allocation module and connect to CDC data.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Add a chat/query interface for placement questions.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Polish UI: spacing, labels, tooltips, and presentation‑ready theme.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